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ags/tag1.xml" ContentType="application/vnd.openxmlformats-officedocument.presentationml.tags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9" r:id="rId1"/>
  </p:sldMasterIdLst>
  <p:sldIdLst>
    <p:sldId id="256" r:id="rId2"/>
    <p:sldId id="257" r:id="rId3"/>
    <p:sldId id="261" r:id="rId4"/>
    <p:sldId id="258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4D2D9C5-6494-4001-8DF6-B968B677F120}" v="115" dt="2025-12-08T02:42:13.19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3690" autoAdjust="0"/>
  </p:normalViewPr>
  <p:slideViewPr>
    <p:cSldViewPr snapToGrid="0">
      <p:cViewPr varScale="1">
        <p:scale>
          <a:sx n="77" d="100"/>
          <a:sy n="77" d="100"/>
        </p:scale>
        <p:origin x="912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ualeh Alam" userId="7fbd80d12771ccc9" providerId="LiveId" clId="{28679D3E-E4EB-40AF-B57A-71B5E2B4F5AE}"/>
    <pc:docChg chg="undo custSel addSld delSld modSld sldOrd modMainMaster">
      <pc:chgData name="Sualeh Alam" userId="7fbd80d12771ccc9" providerId="LiveId" clId="{28679D3E-E4EB-40AF-B57A-71B5E2B4F5AE}" dt="2025-12-08T02:42:13.196" v="1194"/>
      <pc:docMkLst>
        <pc:docMk/>
      </pc:docMkLst>
      <pc:sldChg chg="addSp delSp modSp mod modTransition setBg addAnim delAnim modAnim">
        <pc:chgData name="Sualeh Alam" userId="7fbd80d12771ccc9" providerId="LiveId" clId="{28679D3E-E4EB-40AF-B57A-71B5E2B4F5AE}" dt="2025-12-08T02:42:13.196" v="1194"/>
        <pc:sldMkLst>
          <pc:docMk/>
          <pc:sldMk cId="1747847538" sldId="256"/>
        </pc:sldMkLst>
        <pc:spChg chg="mod">
          <ac:chgData name="Sualeh Alam" userId="7fbd80d12771ccc9" providerId="LiveId" clId="{28679D3E-E4EB-40AF-B57A-71B5E2B4F5AE}" dt="2025-12-08T01:36:52.021" v="1102" actId="403"/>
          <ac:spMkLst>
            <pc:docMk/>
            <pc:sldMk cId="1747847538" sldId="256"/>
            <ac:spMk id="2" creationId="{C1A9F5A2-0F75-4E6B-9272-C5E04CE3C4C3}"/>
          </ac:spMkLst>
        </pc:spChg>
        <pc:spChg chg="mod">
          <ac:chgData name="Sualeh Alam" userId="7fbd80d12771ccc9" providerId="LiveId" clId="{28679D3E-E4EB-40AF-B57A-71B5E2B4F5AE}" dt="2025-12-08T01:36:12.289" v="1096" actId="2711"/>
          <ac:spMkLst>
            <pc:docMk/>
            <pc:sldMk cId="1747847538" sldId="256"/>
            <ac:spMk id="3" creationId="{06CD5E76-831C-4A00-A737-6A8FBAFE2A5F}"/>
          </ac:spMkLst>
        </pc:spChg>
        <pc:spChg chg="del">
          <ac:chgData name="Sualeh Alam" userId="7fbd80d12771ccc9" providerId="LiveId" clId="{28679D3E-E4EB-40AF-B57A-71B5E2B4F5AE}" dt="2025-12-08T01:36:36.765" v="1100" actId="478"/>
          <ac:spMkLst>
            <pc:docMk/>
            <pc:sldMk cId="1747847538" sldId="256"/>
            <ac:spMk id="6" creationId="{4CBEA573-CAB9-4602-9106-D429EA00370F}"/>
          </ac:spMkLst>
        </pc:spChg>
        <pc:spChg chg="add">
          <ac:chgData name="Sualeh Alam" userId="7fbd80d12771ccc9" providerId="LiveId" clId="{28679D3E-E4EB-40AF-B57A-71B5E2B4F5AE}" dt="2025-12-08T01:30:44.694" v="938" actId="26606"/>
          <ac:spMkLst>
            <pc:docMk/>
            <pc:sldMk cId="1747847538" sldId="256"/>
            <ac:spMk id="12" creationId="{E58348C3-6249-4952-AA86-C63DB35EA9F2}"/>
          </ac:spMkLst>
        </pc:spChg>
        <pc:grpChg chg="add">
          <ac:chgData name="Sualeh Alam" userId="7fbd80d12771ccc9" providerId="LiveId" clId="{28679D3E-E4EB-40AF-B57A-71B5E2B4F5AE}" dt="2025-12-08T01:30:44.694" v="938" actId="26606"/>
          <ac:grpSpMkLst>
            <pc:docMk/>
            <pc:sldMk cId="1747847538" sldId="256"/>
            <ac:grpSpMk id="14" creationId="{DE6174AD-DBB0-43E6-98C2-738DB3A15244}"/>
          </ac:grpSpMkLst>
        </pc:grpChg>
        <pc:picChg chg="add del mod">
          <ac:chgData name="Sualeh Alam" userId="7fbd80d12771ccc9" providerId="LiveId" clId="{28679D3E-E4EB-40AF-B57A-71B5E2B4F5AE}" dt="2025-12-08T01:31:36.645" v="953" actId="478"/>
          <ac:picMkLst>
            <pc:docMk/>
            <pc:sldMk cId="1747847538" sldId="256"/>
            <ac:picMk id="4" creationId="{0341AE35-1F0D-AA14-D9A7-E4D4C7921CFE}"/>
          </ac:picMkLst>
        </pc:picChg>
        <pc:picChg chg="add mod">
          <ac:chgData name="Sualeh Alam" userId="7fbd80d12771ccc9" providerId="LiveId" clId="{28679D3E-E4EB-40AF-B57A-71B5E2B4F5AE}" dt="2025-12-08T01:31:41.176" v="954" actId="14826"/>
          <ac:picMkLst>
            <pc:docMk/>
            <pc:sldMk cId="1747847538" sldId="256"/>
            <ac:picMk id="8" creationId="{0951EFAA-EB82-5292-02AD-A3C954C490ED}"/>
          </ac:picMkLst>
        </pc:picChg>
        <pc:picChg chg="add del mod">
          <ac:chgData name="Sualeh Alam" userId="7fbd80d12771ccc9" providerId="LiveId" clId="{28679D3E-E4EB-40AF-B57A-71B5E2B4F5AE}" dt="2025-12-08T02:14:10.784" v="1183"/>
          <ac:picMkLst>
            <pc:docMk/>
            <pc:sldMk cId="1747847538" sldId="256"/>
            <ac:picMk id="10" creationId="{61FC3A53-0A0F-7869-A71D-47CCD7613F99}"/>
          </ac:picMkLst>
        </pc:picChg>
        <pc:picChg chg="add del mod">
          <ac:chgData name="Sualeh Alam" userId="7fbd80d12771ccc9" providerId="LiveId" clId="{28679D3E-E4EB-40AF-B57A-71B5E2B4F5AE}" dt="2025-12-08T02:15:09.972" v="1185" actId="34307"/>
          <ac:picMkLst>
            <pc:docMk/>
            <pc:sldMk cId="1747847538" sldId="256"/>
            <ac:picMk id="21" creationId="{CB0DD098-D2ED-1D26-7BB5-4FFC0CEEC82D}"/>
          </ac:picMkLst>
        </pc:picChg>
        <pc:picChg chg="add del mod">
          <ac:chgData name="Sualeh Alam" userId="7fbd80d12771ccc9" providerId="LiveId" clId="{28679D3E-E4EB-40AF-B57A-71B5E2B4F5AE}" dt="2025-12-08T02:15:58.301" v="1188" actId="478"/>
          <ac:picMkLst>
            <pc:docMk/>
            <pc:sldMk cId="1747847538" sldId="256"/>
            <ac:picMk id="22" creationId="{06CA156A-1810-C909-96DD-8060E4053B3B}"/>
          </ac:picMkLst>
        </pc:picChg>
        <pc:picChg chg="add del mod">
          <ac:chgData name="Sualeh Alam" userId="7fbd80d12771ccc9" providerId="LiveId" clId="{28679D3E-E4EB-40AF-B57A-71B5E2B4F5AE}" dt="2025-12-08T02:42:13.196" v="1194"/>
          <ac:picMkLst>
            <pc:docMk/>
            <pc:sldMk cId="1747847538" sldId="256"/>
            <ac:picMk id="31" creationId="{0DF5B71D-C043-CB4A-C9BE-EDAB32BAC009}"/>
          </ac:picMkLst>
        </pc:picChg>
        <pc:picChg chg="add mod">
          <ac:chgData name="Sualeh Alam" userId="7fbd80d12771ccc9" providerId="LiveId" clId="{28679D3E-E4EB-40AF-B57A-71B5E2B4F5AE}" dt="2025-12-08T01:28:03.944" v="909" actId="1076"/>
          <ac:picMkLst>
            <pc:docMk/>
            <pc:sldMk cId="1747847538" sldId="256"/>
            <ac:picMk id="2050" creationId="{EEADAE6F-834F-2167-C5E5-45793B2B8861}"/>
          </ac:picMkLst>
        </pc:picChg>
        <pc:picChg chg="add mod">
          <ac:chgData name="Sualeh Alam" userId="7fbd80d12771ccc9" providerId="LiveId" clId="{28679D3E-E4EB-40AF-B57A-71B5E2B4F5AE}" dt="2025-12-08T01:28:28.518" v="912" actId="1076"/>
          <ac:picMkLst>
            <pc:docMk/>
            <pc:sldMk cId="1747847538" sldId="256"/>
            <ac:picMk id="2052" creationId="{6640EBC7-5D4E-F1C2-C9FC-470FD4A45BC7}"/>
          </ac:picMkLst>
        </pc:picChg>
        <pc:picChg chg="add del mod">
          <ac:chgData name="Sualeh Alam" userId="7fbd80d12771ccc9" providerId="LiveId" clId="{28679D3E-E4EB-40AF-B57A-71B5E2B4F5AE}" dt="2025-12-08T01:30:33.418" v="937" actId="478"/>
          <ac:picMkLst>
            <pc:docMk/>
            <pc:sldMk cId="1747847538" sldId="256"/>
            <ac:picMk id="2054" creationId="{836A624E-07E6-F718-BD9B-044A147CC289}"/>
          </ac:picMkLst>
        </pc:picChg>
        <pc:picChg chg="add mod">
          <ac:chgData name="Sualeh Alam" userId="7fbd80d12771ccc9" providerId="LiveId" clId="{28679D3E-E4EB-40AF-B57A-71B5E2B4F5AE}" dt="2025-12-08T01:31:08.780" v="945" actId="1076"/>
          <ac:picMkLst>
            <pc:docMk/>
            <pc:sldMk cId="1747847538" sldId="256"/>
            <ac:picMk id="2056" creationId="{270D480A-EA2F-CC1E-EC0A-2E3B86135E95}"/>
          </ac:picMkLst>
        </pc:picChg>
      </pc:sldChg>
      <pc:sldChg chg="addSp delSp modSp mod modTransition modAnim">
        <pc:chgData name="Sualeh Alam" userId="7fbd80d12771ccc9" providerId="LiveId" clId="{28679D3E-E4EB-40AF-B57A-71B5E2B4F5AE}" dt="2025-12-08T02:42:13.196" v="1194"/>
        <pc:sldMkLst>
          <pc:docMk/>
          <pc:sldMk cId="2226289735" sldId="257"/>
        </pc:sldMkLst>
        <pc:spChg chg="mod">
          <ac:chgData name="Sualeh Alam" userId="7fbd80d12771ccc9" providerId="LiveId" clId="{28679D3E-E4EB-40AF-B57A-71B5E2B4F5AE}" dt="2025-12-08T00:48:17.076" v="268" actId="1076"/>
          <ac:spMkLst>
            <pc:docMk/>
            <pc:sldMk cId="2226289735" sldId="257"/>
            <ac:spMk id="2" creationId="{FEA49165-8638-4A4E-BFE9-BC31E6FC4A00}"/>
          </ac:spMkLst>
        </pc:spChg>
        <pc:spChg chg="add del mod">
          <ac:chgData name="Sualeh Alam" userId="7fbd80d12771ccc9" providerId="LiveId" clId="{28679D3E-E4EB-40AF-B57A-71B5E2B4F5AE}" dt="2025-12-08T01:34:15.481" v="1088" actId="1076"/>
          <ac:spMkLst>
            <pc:docMk/>
            <pc:sldMk cId="2226289735" sldId="257"/>
            <ac:spMk id="3" creationId="{B1DFDD2B-CB58-401A-BD84-4C750EE81100}"/>
          </ac:spMkLst>
        </pc:spChg>
        <pc:spChg chg="add">
          <ac:chgData name="Sualeh Alam" userId="7fbd80d12771ccc9" providerId="LiveId" clId="{28679D3E-E4EB-40AF-B57A-71B5E2B4F5AE}" dt="2025-12-08T00:46:48.841" v="243"/>
          <ac:spMkLst>
            <pc:docMk/>
            <pc:sldMk cId="2226289735" sldId="257"/>
            <ac:spMk id="4" creationId="{6A6BD707-B6AA-9AF3-36F7-649FDF57D04A}"/>
          </ac:spMkLst>
        </pc:spChg>
        <pc:spChg chg="add">
          <ac:chgData name="Sualeh Alam" userId="7fbd80d12771ccc9" providerId="LiveId" clId="{28679D3E-E4EB-40AF-B57A-71B5E2B4F5AE}" dt="2025-12-08T00:46:52.566" v="246"/>
          <ac:spMkLst>
            <pc:docMk/>
            <pc:sldMk cId="2226289735" sldId="257"/>
            <ac:spMk id="5" creationId="{ED62A5A0-4E27-FA09-D009-F12A37160874}"/>
          </ac:spMkLst>
        </pc:spChg>
        <pc:spChg chg="add mod">
          <ac:chgData name="Sualeh Alam" userId="7fbd80d12771ccc9" providerId="LiveId" clId="{28679D3E-E4EB-40AF-B57A-71B5E2B4F5AE}" dt="2025-12-08T00:51:45.559" v="400"/>
          <ac:spMkLst>
            <pc:docMk/>
            <pc:sldMk cId="2226289735" sldId="257"/>
            <ac:spMk id="6" creationId="{5325374C-C7C0-C7A8-5FEC-7CE66F9790EF}"/>
          </ac:spMkLst>
        </pc:spChg>
        <pc:spChg chg="add mod">
          <ac:chgData name="Sualeh Alam" userId="7fbd80d12771ccc9" providerId="LiveId" clId="{28679D3E-E4EB-40AF-B57A-71B5E2B4F5AE}" dt="2025-12-08T01:58:32.472" v="1179" actId="113"/>
          <ac:spMkLst>
            <pc:docMk/>
            <pc:sldMk cId="2226289735" sldId="257"/>
            <ac:spMk id="8" creationId="{9055DE56-9D3C-4B61-4696-9ED56F071F55}"/>
          </ac:spMkLst>
        </pc:spChg>
        <pc:graphicFrameChg chg="add del">
          <ac:chgData name="Sualeh Alam" userId="7fbd80d12771ccc9" providerId="LiveId" clId="{28679D3E-E4EB-40AF-B57A-71B5E2B4F5AE}" dt="2025-12-08T00:59:45.505" v="602" actId="26606"/>
          <ac:graphicFrameMkLst>
            <pc:docMk/>
            <pc:sldMk cId="2226289735" sldId="257"/>
            <ac:graphicFrameMk id="10" creationId="{DEA728BB-6BA8-80EA-28EA-910D64A312B6}"/>
          </ac:graphicFrameMkLst>
        </pc:graphicFrameChg>
        <pc:picChg chg="del">
          <ac:chgData name="Sualeh Alam" userId="7fbd80d12771ccc9" providerId="LiveId" clId="{28679D3E-E4EB-40AF-B57A-71B5E2B4F5AE}" dt="2025-12-08T00:37:33.283" v="219" actId="478"/>
          <ac:picMkLst>
            <pc:docMk/>
            <pc:sldMk cId="2226289735" sldId="257"/>
            <ac:picMk id="7" creationId="{F1E54845-1E30-4D4E-9982-CFD114DEBC12}"/>
          </ac:picMkLst>
        </pc:picChg>
        <pc:picChg chg="add del mod">
          <ac:chgData name="Sualeh Alam" userId="7fbd80d12771ccc9" providerId="LiveId" clId="{28679D3E-E4EB-40AF-B57A-71B5E2B4F5AE}" dt="2025-12-08T02:14:10.784" v="1183"/>
          <ac:picMkLst>
            <pc:docMk/>
            <pc:sldMk cId="2226289735" sldId="257"/>
            <ac:picMk id="13" creationId="{B9A65BA6-F641-2671-B013-98AC92A5001C}"/>
          </ac:picMkLst>
        </pc:picChg>
        <pc:picChg chg="add del mod">
          <ac:chgData name="Sualeh Alam" userId="7fbd80d12771ccc9" providerId="LiveId" clId="{28679D3E-E4EB-40AF-B57A-71B5E2B4F5AE}" dt="2025-12-08T02:42:13.196" v="1194"/>
          <ac:picMkLst>
            <pc:docMk/>
            <pc:sldMk cId="2226289735" sldId="257"/>
            <ac:picMk id="24" creationId="{496F5EB8-A05D-EE4F-7A26-E07D91D68647}"/>
          </ac:picMkLst>
        </pc:picChg>
      </pc:sldChg>
      <pc:sldChg chg="addSp delSp modSp mod modTransition setBg">
        <pc:chgData name="Sualeh Alam" userId="7fbd80d12771ccc9" providerId="LiveId" clId="{28679D3E-E4EB-40AF-B57A-71B5E2B4F5AE}" dt="2025-12-08T02:42:13.196" v="1194"/>
        <pc:sldMkLst>
          <pc:docMk/>
          <pc:sldMk cId="2716055570" sldId="258"/>
        </pc:sldMkLst>
        <pc:spChg chg="mod">
          <ac:chgData name="Sualeh Alam" userId="7fbd80d12771ccc9" providerId="LiveId" clId="{28679D3E-E4EB-40AF-B57A-71B5E2B4F5AE}" dt="2025-12-08T02:36:07.833" v="1192" actId="20577"/>
          <ac:spMkLst>
            <pc:docMk/>
            <pc:sldMk cId="2716055570" sldId="258"/>
            <ac:spMk id="2" creationId="{91347854-237F-4A2A-AE7D-DBDC5EC9115D}"/>
          </ac:spMkLst>
        </pc:spChg>
        <pc:spChg chg="mod">
          <ac:chgData name="Sualeh Alam" userId="7fbd80d12771ccc9" providerId="LiveId" clId="{28679D3E-E4EB-40AF-B57A-71B5E2B4F5AE}" dt="2025-12-08T01:24:49.654" v="860" actId="20577"/>
          <ac:spMkLst>
            <pc:docMk/>
            <pc:sldMk cId="2716055570" sldId="258"/>
            <ac:spMk id="8" creationId="{B617918D-91F8-4C2E-AAFA-B06AEF0B34EC}"/>
          </ac:spMkLst>
        </pc:spChg>
        <pc:spChg chg="add">
          <ac:chgData name="Sualeh Alam" userId="7fbd80d12771ccc9" providerId="LiveId" clId="{28679D3E-E4EB-40AF-B57A-71B5E2B4F5AE}" dt="2025-12-08T01:03:02.800" v="631" actId="26606"/>
          <ac:spMkLst>
            <pc:docMk/>
            <pc:sldMk cId="2716055570" sldId="258"/>
            <ac:spMk id="21" creationId="{63A60C88-7443-4827-9241-5019758CB4F0}"/>
          </ac:spMkLst>
        </pc:spChg>
        <pc:grpChg chg="add">
          <ac:chgData name="Sualeh Alam" userId="7fbd80d12771ccc9" providerId="LiveId" clId="{28679D3E-E4EB-40AF-B57A-71B5E2B4F5AE}" dt="2025-12-08T01:03:02.800" v="631" actId="26606"/>
          <ac:grpSpMkLst>
            <pc:docMk/>
            <pc:sldMk cId="2716055570" sldId="258"/>
            <ac:grpSpMk id="13" creationId="{DF8D5C46-63E5-40C5-A208-4B2189FA1032}"/>
          </ac:grpSpMkLst>
        </pc:grpChg>
        <pc:picChg chg="add mod">
          <ac:chgData name="Sualeh Alam" userId="7fbd80d12771ccc9" providerId="LiveId" clId="{28679D3E-E4EB-40AF-B57A-71B5E2B4F5AE}" dt="2025-12-08T01:37:29.488" v="1105" actId="14100"/>
          <ac:picMkLst>
            <pc:docMk/>
            <pc:sldMk cId="2716055570" sldId="258"/>
            <ac:picMk id="4" creationId="{0398A39F-4DBF-BFC2-6CF0-58C21CC64855}"/>
          </ac:picMkLst>
        </pc:picChg>
        <pc:picChg chg="del mod">
          <ac:chgData name="Sualeh Alam" userId="7fbd80d12771ccc9" providerId="LiveId" clId="{28679D3E-E4EB-40AF-B57A-71B5E2B4F5AE}" dt="2025-12-08T01:02:49.769" v="629" actId="478"/>
          <ac:picMkLst>
            <pc:docMk/>
            <pc:sldMk cId="2716055570" sldId="258"/>
            <ac:picMk id="7" creationId="{C708F1AB-860C-4253-A87D-514278309D08}"/>
          </ac:picMkLst>
        </pc:picChg>
      </pc:sldChg>
      <pc:sldChg chg="del">
        <pc:chgData name="Sualeh Alam" userId="7fbd80d12771ccc9" providerId="LiveId" clId="{28679D3E-E4EB-40AF-B57A-71B5E2B4F5AE}" dt="2025-12-08T00:59:54.961" v="603" actId="47"/>
        <pc:sldMkLst>
          <pc:docMk/>
          <pc:sldMk cId="1082430423" sldId="259"/>
        </pc:sldMkLst>
      </pc:sldChg>
      <pc:sldChg chg="addSp delSp modSp mod modTransition">
        <pc:chgData name="Sualeh Alam" userId="7fbd80d12771ccc9" providerId="LiveId" clId="{28679D3E-E4EB-40AF-B57A-71B5E2B4F5AE}" dt="2025-12-08T02:42:13.196" v="1194"/>
        <pc:sldMkLst>
          <pc:docMk/>
          <pc:sldMk cId="574018838" sldId="260"/>
        </pc:sldMkLst>
        <pc:spChg chg="mod">
          <ac:chgData name="Sualeh Alam" userId="7fbd80d12771ccc9" providerId="LiveId" clId="{28679D3E-E4EB-40AF-B57A-71B5E2B4F5AE}" dt="2025-12-08T01:22:35.251" v="803" actId="1076"/>
          <ac:spMkLst>
            <pc:docMk/>
            <pc:sldMk cId="574018838" sldId="260"/>
            <ac:spMk id="2" creationId="{8D67E779-FC1A-4B62-880D-8E6D7994B9D2}"/>
          </ac:spMkLst>
        </pc:spChg>
        <pc:spChg chg="del mod">
          <ac:chgData name="Sualeh Alam" userId="7fbd80d12771ccc9" providerId="LiveId" clId="{28679D3E-E4EB-40AF-B57A-71B5E2B4F5AE}" dt="2025-12-08T01:22:52.512" v="807" actId="478"/>
          <ac:spMkLst>
            <pc:docMk/>
            <pc:sldMk cId="574018838" sldId="260"/>
            <ac:spMk id="8" creationId="{8EF88930-2C6E-4608-AD7D-40F1433ECC22}"/>
          </ac:spMkLst>
        </pc:spChg>
        <pc:spChg chg="add del mod">
          <ac:chgData name="Sualeh Alam" userId="7fbd80d12771ccc9" providerId="LiveId" clId="{28679D3E-E4EB-40AF-B57A-71B5E2B4F5AE}" dt="2025-12-08T01:02:00.737" v="616" actId="478"/>
          <ac:spMkLst>
            <pc:docMk/>
            <pc:sldMk cId="574018838" sldId="260"/>
            <ac:spMk id="9" creationId="{865849A4-D3D8-B355-0754-087A2418802E}"/>
          </ac:spMkLst>
        </pc:spChg>
        <pc:spChg chg="del">
          <ac:chgData name="Sualeh Alam" userId="7fbd80d12771ccc9" providerId="LiveId" clId="{28679D3E-E4EB-40AF-B57A-71B5E2B4F5AE}" dt="2025-12-08T01:22:45.555" v="804" actId="478"/>
          <ac:spMkLst>
            <pc:docMk/>
            <pc:sldMk cId="574018838" sldId="260"/>
            <ac:spMk id="11" creationId="{F712F837-CD90-4A91-802E-197AB3291562}"/>
          </ac:spMkLst>
        </pc:spChg>
        <pc:spChg chg="add mod">
          <ac:chgData name="Sualeh Alam" userId="7fbd80d12771ccc9" providerId="LiveId" clId="{28679D3E-E4EB-40AF-B57A-71B5E2B4F5AE}" dt="2025-12-08T02:35:49.104" v="1190" actId="20577"/>
          <ac:spMkLst>
            <pc:docMk/>
            <pc:sldMk cId="574018838" sldId="260"/>
            <ac:spMk id="12" creationId="{D40F389B-780B-F234-FF15-BABBE22F756D}"/>
          </ac:spMkLst>
        </pc:spChg>
        <pc:picChg chg="add mod">
          <ac:chgData name="Sualeh Alam" userId="7fbd80d12771ccc9" providerId="LiveId" clId="{28679D3E-E4EB-40AF-B57A-71B5E2B4F5AE}" dt="2025-12-08T01:23:05.413" v="810" actId="1076"/>
          <ac:picMkLst>
            <pc:docMk/>
            <pc:sldMk cId="574018838" sldId="260"/>
            <ac:picMk id="4" creationId="{FFE6078F-5443-9F1C-EE47-19C7266397AF}"/>
          </ac:picMkLst>
        </pc:picChg>
        <pc:picChg chg="del">
          <ac:chgData name="Sualeh Alam" userId="7fbd80d12771ccc9" providerId="LiveId" clId="{28679D3E-E4EB-40AF-B57A-71B5E2B4F5AE}" dt="2025-12-08T01:01:54.083" v="615" actId="478"/>
          <ac:picMkLst>
            <pc:docMk/>
            <pc:sldMk cId="574018838" sldId="260"/>
            <ac:picMk id="5" creationId="{E5A301C1-BCB2-4B4B-9EA6-FBD67F94C341}"/>
          </ac:picMkLst>
        </pc:picChg>
        <pc:picChg chg="del">
          <ac:chgData name="Sualeh Alam" userId="7fbd80d12771ccc9" providerId="LiveId" clId="{28679D3E-E4EB-40AF-B57A-71B5E2B4F5AE}" dt="2025-12-08T01:02:03.534" v="618" actId="478"/>
          <ac:picMkLst>
            <pc:docMk/>
            <pc:sldMk cId="574018838" sldId="260"/>
            <ac:picMk id="7" creationId="{EDB40700-167E-499B-A9F5-1EFD46FEC643}"/>
          </ac:picMkLst>
        </pc:picChg>
        <pc:picChg chg="del">
          <ac:chgData name="Sualeh Alam" userId="7fbd80d12771ccc9" providerId="LiveId" clId="{28679D3E-E4EB-40AF-B57A-71B5E2B4F5AE}" dt="2025-12-08T01:02:04.987" v="619" actId="478"/>
          <ac:picMkLst>
            <pc:docMk/>
            <pc:sldMk cId="574018838" sldId="260"/>
            <ac:picMk id="10" creationId="{759DFB82-AF9B-46C3-833B-7282EE8199E2}"/>
          </ac:picMkLst>
        </pc:picChg>
      </pc:sldChg>
      <pc:sldChg chg="modSp del">
        <pc:chgData name="Sualeh Alam" userId="7fbd80d12771ccc9" providerId="LiveId" clId="{28679D3E-E4EB-40AF-B57A-71B5E2B4F5AE}" dt="2025-12-08T01:00:52.396" v="605" actId="2696"/>
        <pc:sldMkLst>
          <pc:docMk/>
          <pc:sldMk cId="4082536659" sldId="261"/>
        </pc:sldMkLst>
        <pc:spChg chg="mod">
          <ac:chgData name="Sualeh Alam" userId="7fbd80d12771ccc9" providerId="LiveId" clId="{28679D3E-E4EB-40AF-B57A-71B5E2B4F5AE}" dt="2025-12-08T00:32:33.485" v="0"/>
          <ac:spMkLst>
            <pc:docMk/>
            <pc:sldMk cId="4082536659" sldId="261"/>
            <ac:spMk id="2" creationId="{DE082E41-7DB2-43BC-B1F8-50139C873661}"/>
          </ac:spMkLst>
        </pc:spChg>
      </pc:sldChg>
      <pc:sldChg chg="addSp delSp modSp add mod ord modTransition setBg modAnim">
        <pc:chgData name="Sualeh Alam" userId="7fbd80d12771ccc9" providerId="LiveId" clId="{28679D3E-E4EB-40AF-B57A-71B5E2B4F5AE}" dt="2025-12-08T02:42:13.196" v="1194"/>
        <pc:sldMkLst>
          <pc:docMk/>
          <pc:sldMk cId="4147357818" sldId="261"/>
        </pc:sldMkLst>
        <pc:spChg chg="add del mod">
          <ac:chgData name="Sualeh Alam" userId="7fbd80d12771ccc9" providerId="LiveId" clId="{28679D3E-E4EB-40AF-B57A-71B5E2B4F5AE}" dt="2025-12-08T01:58:41.812" v="1180" actId="1076"/>
          <ac:spMkLst>
            <pc:docMk/>
            <pc:sldMk cId="4147357818" sldId="261"/>
            <ac:spMk id="2" creationId="{2D23CB43-B3FB-D0A2-61B0-AED075D87A37}"/>
          </ac:spMkLst>
        </pc:spChg>
        <pc:spChg chg="add mod">
          <ac:chgData name="Sualeh Alam" userId="7fbd80d12771ccc9" providerId="LiveId" clId="{28679D3E-E4EB-40AF-B57A-71B5E2B4F5AE}" dt="2025-12-08T01:25:18.741" v="898" actId="20577"/>
          <ac:spMkLst>
            <pc:docMk/>
            <pc:sldMk cId="4147357818" sldId="261"/>
            <ac:spMk id="7" creationId="{15462AFC-5B53-5D96-001A-F5AB915D7E9B}"/>
          </ac:spMkLst>
        </pc:spChg>
        <pc:spChg chg="del mod">
          <ac:chgData name="Sualeh Alam" userId="7fbd80d12771ccc9" providerId="LiveId" clId="{28679D3E-E4EB-40AF-B57A-71B5E2B4F5AE}" dt="2025-12-08T01:15:57.054" v="710"/>
          <ac:spMkLst>
            <pc:docMk/>
            <pc:sldMk cId="4147357818" sldId="261"/>
            <ac:spMk id="8" creationId="{8B7F063F-5D0C-6275-902B-9CBFF4C8769B}"/>
          </ac:spMkLst>
        </pc:spChg>
        <pc:spChg chg="add mod">
          <ac:chgData name="Sualeh Alam" userId="7fbd80d12771ccc9" providerId="LiveId" clId="{28679D3E-E4EB-40AF-B57A-71B5E2B4F5AE}" dt="2025-12-08T01:20:48.273" v="792"/>
          <ac:spMkLst>
            <pc:docMk/>
            <pc:sldMk cId="4147357818" sldId="261"/>
            <ac:spMk id="9" creationId="{8D933005-2A20-57BF-9798-079648BB3E7E}"/>
          </ac:spMkLst>
        </pc:spChg>
        <pc:spChg chg="del mod">
          <ac:chgData name="Sualeh Alam" userId="7fbd80d12771ccc9" providerId="LiveId" clId="{28679D3E-E4EB-40AF-B57A-71B5E2B4F5AE}" dt="2025-12-08T01:15:57.055" v="712"/>
          <ac:spMkLst>
            <pc:docMk/>
            <pc:sldMk cId="4147357818" sldId="261"/>
            <ac:spMk id="11" creationId="{B79D862C-1AD2-55A2-E084-E89405A5DBB1}"/>
          </ac:spMkLst>
        </pc:spChg>
        <pc:spChg chg="add">
          <ac:chgData name="Sualeh Alam" userId="7fbd80d12771ccc9" providerId="LiveId" clId="{28679D3E-E4EB-40AF-B57A-71B5E2B4F5AE}" dt="2025-12-08T01:17:04.233" v="723" actId="26606"/>
          <ac:spMkLst>
            <pc:docMk/>
            <pc:sldMk cId="4147357818" sldId="261"/>
            <ac:spMk id="20" creationId="{63A60C88-7443-4827-9241-5019758CB4F0}"/>
          </ac:spMkLst>
        </pc:spChg>
        <pc:grpChg chg="add">
          <ac:chgData name="Sualeh Alam" userId="7fbd80d12771ccc9" providerId="LiveId" clId="{28679D3E-E4EB-40AF-B57A-71B5E2B4F5AE}" dt="2025-12-08T01:17:04.233" v="723" actId="26606"/>
          <ac:grpSpMkLst>
            <pc:docMk/>
            <pc:sldMk cId="4147357818" sldId="261"/>
            <ac:grpSpMk id="12" creationId="{DF8D5C46-63E5-40C5-A208-4B2189FA1032}"/>
          </ac:grpSpMkLst>
        </pc:grpChg>
        <pc:picChg chg="del mod">
          <ac:chgData name="Sualeh Alam" userId="7fbd80d12771ccc9" providerId="LiveId" clId="{28679D3E-E4EB-40AF-B57A-71B5E2B4F5AE}" dt="2025-12-08T01:15:57.052" v="708" actId="478"/>
          <ac:picMkLst>
            <pc:docMk/>
            <pc:sldMk cId="4147357818" sldId="261"/>
            <ac:picMk id="4" creationId="{9EF9050E-288B-77AB-435F-AD660172B9B3}"/>
          </ac:picMkLst>
        </pc:picChg>
        <pc:picChg chg="add mod ord">
          <ac:chgData name="Sualeh Alam" userId="7fbd80d12771ccc9" providerId="LiveId" clId="{28679D3E-E4EB-40AF-B57A-71B5E2B4F5AE}" dt="2025-12-08T01:17:04.233" v="723" actId="26606"/>
          <ac:picMkLst>
            <pc:docMk/>
            <pc:sldMk cId="4147357818" sldId="261"/>
            <ac:picMk id="5" creationId="{9E218457-9BA2-71BB-02B3-DFD80E1F8CFE}"/>
          </ac:picMkLst>
        </pc:picChg>
        <pc:picChg chg="add del mod">
          <ac:chgData name="Sualeh Alam" userId="7fbd80d12771ccc9" providerId="LiveId" clId="{28679D3E-E4EB-40AF-B57A-71B5E2B4F5AE}" dt="2025-12-08T02:14:10.784" v="1183"/>
          <ac:picMkLst>
            <pc:docMk/>
            <pc:sldMk cId="4147357818" sldId="261"/>
            <ac:picMk id="19" creationId="{DB496BB2-8198-657C-0015-38F466FB9653}"/>
          </ac:picMkLst>
        </pc:picChg>
        <pc:picChg chg="add del mod">
          <ac:chgData name="Sualeh Alam" userId="7fbd80d12771ccc9" providerId="LiveId" clId="{28679D3E-E4EB-40AF-B57A-71B5E2B4F5AE}" dt="2025-12-08T02:42:13.196" v="1194"/>
          <ac:picMkLst>
            <pc:docMk/>
            <pc:sldMk cId="4147357818" sldId="261"/>
            <ac:picMk id="26" creationId="{4F0738C6-A540-5AB2-DC16-AD872AF18C30}"/>
          </ac:picMkLst>
        </pc:picChg>
      </pc:sldChg>
      <pc:sldChg chg="modSp del">
        <pc:chgData name="Sualeh Alam" userId="7fbd80d12771ccc9" providerId="LiveId" clId="{28679D3E-E4EB-40AF-B57A-71B5E2B4F5AE}" dt="2025-12-08T01:11:02.591" v="695" actId="2696"/>
        <pc:sldMkLst>
          <pc:docMk/>
          <pc:sldMk cId="2400327787" sldId="262"/>
        </pc:sldMkLst>
        <pc:spChg chg="mod">
          <ac:chgData name="Sualeh Alam" userId="7fbd80d12771ccc9" providerId="LiveId" clId="{28679D3E-E4EB-40AF-B57A-71B5E2B4F5AE}" dt="2025-12-08T00:32:33.485" v="0"/>
          <ac:spMkLst>
            <pc:docMk/>
            <pc:sldMk cId="2400327787" sldId="262"/>
            <ac:spMk id="2" creationId="{0669033C-DDBC-4BA1-AD61-D0E293DBDAB1}"/>
          </ac:spMkLst>
        </pc:spChg>
      </pc:sldChg>
      <pc:sldChg chg="modSp del mod">
        <pc:chgData name="Sualeh Alam" userId="7fbd80d12771ccc9" providerId="LiveId" clId="{28679D3E-E4EB-40AF-B57A-71B5E2B4F5AE}" dt="2025-12-08T01:11:20.998" v="696" actId="2696"/>
        <pc:sldMkLst>
          <pc:docMk/>
          <pc:sldMk cId="710941138" sldId="263"/>
        </pc:sldMkLst>
        <pc:spChg chg="mod">
          <ac:chgData name="Sualeh Alam" userId="7fbd80d12771ccc9" providerId="LiveId" clId="{28679D3E-E4EB-40AF-B57A-71B5E2B4F5AE}" dt="2025-12-08T00:32:33.687" v="1" actId="27636"/>
          <ac:spMkLst>
            <pc:docMk/>
            <pc:sldMk cId="710941138" sldId="263"/>
            <ac:spMk id="4" creationId="{1F27B087-B234-4A0F-9A7A-DEF8A5A27B22}"/>
          </ac:spMkLst>
        </pc:spChg>
      </pc:sldChg>
      <pc:sldChg chg="del">
        <pc:chgData name="Sualeh Alam" userId="7fbd80d12771ccc9" providerId="LiveId" clId="{28679D3E-E4EB-40AF-B57A-71B5E2B4F5AE}" dt="2025-12-08T01:11:31.745" v="697" actId="2696"/>
        <pc:sldMkLst>
          <pc:docMk/>
          <pc:sldMk cId="3353204638" sldId="265"/>
        </pc:sldMkLst>
      </pc:sldChg>
      <pc:sldChg chg="modSp del mod">
        <pc:chgData name="Sualeh Alam" userId="7fbd80d12771ccc9" providerId="LiveId" clId="{28679D3E-E4EB-40AF-B57A-71B5E2B4F5AE}" dt="2025-12-08T01:10:43.596" v="694" actId="2696"/>
        <pc:sldMkLst>
          <pc:docMk/>
          <pc:sldMk cId="1677081545" sldId="266"/>
        </pc:sldMkLst>
        <pc:spChg chg="mod">
          <ac:chgData name="Sualeh Alam" userId="7fbd80d12771ccc9" providerId="LiveId" clId="{28679D3E-E4EB-40AF-B57A-71B5E2B4F5AE}" dt="2025-12-08T00:58:58.046" v="598" actId="1076"/>
          <ac:spMkLst>
            <pc:docMk/>
            <pc:sldMk cId="1677081545" sldId="266"/>
            <ac:spMk id="2" creationId="{D1DC4C31-6AEE-4F2C-A818-C01AB0DE6A88}"/>
          </ac:spMkLst>
        </pc:spChg>
      </pc:sldChg>
      <pc:sldMasterChg chg="setBg">
        <pc:chgData name="Sualeh Alam" userId="7fbd80d12771ccc9" providerId="LiveId" clId="{28679D3E-E4EB-40AF-B57A-71B5E2B4F5AE}" dt="2025-12-08T01:56:30.459" v="1107"/>
        <pc:sldMasterMkLst>
          <pc:docMk/>
          <pc:sldMasterMk cId="2812195029" sldId="2147483749"/>
        </pc:sldMasterMkLst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22" name="Freeform 6"/>
            <p:cNvSpPr/>
            <p:nvPr/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3" name="Freeform 7"/>
            <p:cNvSpPr/>
            <p:nvPr/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24" name="Freeform 9"/>
            <p:cNvSpPr/>
            <p:nvPr/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5" name="Freeform 10"/>
            <p:cNvSpPr/>
            <p:nvPr/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6" name="Freeform 11"/>
            <p:cNvSpPr/>
            <p:nvPr/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7" name="Freeform 12"/>
            <p:cNvSpPr/>
            <p:nvPr/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28401" y="1380068"/>
            <a:ext cx="8574622" cy="2616199"/>
          </a:xfrm>
        </p:spPr>
        <p:txBody>
          <a:bodyPr anchor="b">
            <a:normAutofit/>
          </a:bodyPr>
          <a:lstStyle>
            <a:lvl1pPr algn="r">
              <a:defRPr sz="60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15377" y="3996267"/>
            <a:ext cx="6987645" cy="1388534"/>
          </a:xfrm>
        </p:spPr>
        <p:txBody>
          <a:bodyPr anchor="t">
            <a:normAutofit/>
          </a:bodyPr>
          <a:lstStyle>
            <a:lvl1pPr marL="0" indent="0" algn="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93D40D-5DA0-47A9-93DB-64AC0E6DB4BB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2412" y="5883275"/>
            <a:ext cx="4324044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1B9EA2-C854-4C12-BFCE-E9B1B02666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72914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93D40D-5DA0-47A9-93DB-64AC0E6DB4BB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951856" y="5867131"/>
            <a:ext cx="551167" cy="365125"/>
          </a:xfrm>
        </p:spPr>
        <p:txBody>
          <a:bodyPr/>
          <a:lstStyle/>
          <a:p>
            <a:fld id="{071B9EA2-C854-4C12-BFCE-E9B1B02666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48531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2279" y="2666999"/>
            <a:ext cx="8930747" cy="2110382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2278" y="4777381"/>
            <a:ext cx="8930748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93D40D-5DA0-47A9-93DB-64AC0E6DB4BB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1B9EA2-C854-4C12-BFCE-E9B1B02666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25003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84312" y="2666999"/>
            <a:ext cx="4895055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07967" y="2667000"/>
            <a:ext cx="4895056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93D40D-5DA0-47A9-93DB-64AC0E6DB4BB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1B9EA2-C854-4C12-BFCE-E9B1B02666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73253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72179" y="2658533"/>
            <a:ext cx="4607188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84311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880487" y="2667000"/>
            <a:ext cx="462253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7967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93D40D-5DA0-47A9-93DB-64AC0E6DB4BB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1B9EA2-C854-4C12-BFCE-E9B1B02666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71322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93D40D-5DA0-47A9-93DB-64AC0E6DB4BB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1B9EA2-C854-4C12-BFCE-E9B1B02666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51503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93D40D-5DA0-47A9-93DB-64AC0E6DB4BB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1B9EA2-C854-4C12-BFCE-E9B1B02666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81631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1600200"/>
            <a:ext cx="3549121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62033" y="685799"/>
            <a:ext cx="6240990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2" y="2971800"/>
            <a:ext cx="3549121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93D40D-5DA0-47A9-93DB-64AC0E6DB4BB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1B9EA2-C854-4C12-BFCE-E9B1B02666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43623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2724" y="1752599"/>
            <a:ext cx="5426158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94682" y="914400"/>
            <a:ext cx="3280974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2724" y="3124199"/>
            <a:ext cx="5426158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93D40D-5DA0-47A9-93DB-64AC0E6DB4BB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1B9EA2-C854-4C12-BFCE-E9B1B02666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90189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4732865"/>
            <a:ext cx="1001871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860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1" y="5299603"/>
            <a:ext cx="1001871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93D40D-5DA0-47A9-93DB-64AC0E6DB4BB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1B9EA2-C854-4C12-BFCE-E9B1B02666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32561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685800"/>
            <a:ext cx="1001871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343400"/>
            <a:ext cx="10018713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93D40D-5DA0-47A9-93DB-64AC0E6DB4BB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1B9EA2-C854-4C12-BFCE-E9B1B02666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193778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36811" y="3428999"/>
            <a:ext cx="8532815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93D40D-5DA0-47A9-93DB-64AC0E6DB4BB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1B9EA2-C854-4C12-BFCE-E9B1B02666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851747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3308581"/>
            <a:ext cx="1001870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7381"/>
            <a:ext cx="1001871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93D40D-5DA0-47A9-93DB-64AC0E6DB4BB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1B9EA2-C854-4C12-BFCE-E9B1B02666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553336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3" y="3886200"/>
            <a:ext cx="1001871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5200"/>
            <a:ext cx="1001871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93D40D-5DA0-47A9-93DB-64AC0E6DB4BB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1B9EA2-C854-4C12-BFCE-E9B1B02666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973316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685800"/>
            <a:ext cx="10018712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2" y="3505200"/>
            <a:ext cx="10018713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3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93D40D-5DA0-47A9-93DB-64AC0E6DB4BB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1B9EA2-C854-4C12-BFCE-E9B1B02666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810168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93D40D-5DA0-47A9-93DB-64AC0E6DB4BB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1B9EA2-C854-4C12-BFCE-E9B1B02666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657017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732655" y="685800"/>
            <a:ext cx="1770369" cy="5105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84312" y="685800"/>
            <a:ext cx="8019742" cy="51054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93D40D-5DA0-47A9-93DB-64AC0E6DB4BB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1B9EA2-C854-4C12-BFCE-E9B1B02666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31747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8" name="Freeform 6"/>
            <p:cNvSpPr/>
            <p:nvPr/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9" name="Freeform 7"/>
            <p:cNvSpPr/>
            <p:nvPr/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0" name="Freeform 8"/>
            <p:cNvSpPr/>
            <p:nvPr/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1" name="Freeform 9"/>
            <p:cNvSpPr/>
            <p:nvPr/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2" name="Freeform 10"/>
            <p:cNvSpPr/>
            <p:nvPr/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3" name="Freeform 11"/>
            <p:cNvSpPr/>
            <p:nvPr/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C293D40D-5DA0-47A9-93DB-64AC0E6DB4BB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071B9EA2-C854-4C12-BFCE-E9B1B02666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21950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0" r:id="rId1"/>
    <p:sldLayoutId id="2147483751" r:id="rId2"/>
    <p:sldLayoutId id="2147483752" r:id="rId3"/>
    <p:sldLayoutId id="2147483753" r:id="rId4"/>
    <p:sldLayoutId id="2147483754" r:id="rId5"/>
    <p:sldLayoutId id="2147483755" r:id="rId6"/>
    <p:sldLayoutId id="2147483756" r:id="rId7"/>
    <p:sldLayoutId id="2147483757" r:id="rId8"/>
    <p:sldLayoutId id="2147483758" r:id="rId9"/>
    <p:sldLayoutId id="2147483759" r:id="rId10"/>
    <p:sldLayoutId id="2147483760" r:id="rId11"/>
    <p:sldLayoutId id="2147483761" r:id="rId12"/>
    <p:sldLayoutId id="2147483762" r:id="rId13"/>
    <p:sldLayoutId id="2147483763" r:id="rId14"/>
    <p:sldLayoutId id="2147483764" r:id="rId15"/>
    <p:sldLayoutId id="2147483765" r:id="rId16"/>
    <p:sldLayoutId id="2147483766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earthquake.usgs.gov/earthquakes/search/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E58348C3-6249-4952-AA86-C63DB35EA9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DE6174AD-DBB0-43E6-98C2-738DB3A152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959100" y="-4763"/>
            <a:ext cx="5014912" cy="6862763"/>
            <a:chOff x="2928938" y="-4763"/>
            <a:chExt cx="5014912" cy="6862763"/>
          </a:xfrm>
        </p:grpSpPr>
        <p:sp>
          <p:nvSpPr>
            <p:cNvPr id="15" name="Freeform 6">
              <a:extLst>
                <a:ext uri="{FF2B5EF4-FFF2-40B4-BE49-F238E27FC236}">
                  <a16:creationId xmlns:a16="http://schemas.microsoft.com/office/drawing/2014/main" id="{50A59800-3661-4778-9D8A-F816C85C41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Freeform 7">
              <a:extLst>
                <a:ext uri="{FF2B5EF4-FFF2-40B4-BE49-F238E27FC236}">
                  <a16:creationId xmlns:a16="http://schemas.microsoft.com/office/drawing/2014/main" id="{7A810977-C816-4698-B7E7-0E6BDED794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Freeform 9">
              <a:extLst>
                <a:ext uri="{FF2B5EF4-FFF2-40B4-BE49-F238E27FC236}">
                  <a16:creationId xmlns:a16="http://schemas.microsoft.com/office/drawing/2014/main" id="{181E4B1B-2437-4A14-8927-817FC7AED67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Freeform 10">
              <a:extLst>
                <a:ext uri="{FF2B5EF4-FFF2-40B4-BE49-F238E27FC236}">
                  <a16:creationId xmlns:a16="http://schemas.microsoft.com/office/drawing/2014/main" id="{3F98AD26-9FF7-44EA-B876-9C857F8ED9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Freeform 11">
              <a:extLst>
                <a:ext uri="{FF2B5EF4-FFF2-40B4-BE49-F238E27FC236}">
                  <a16:creationId xmlns:a16="http://schemas.microsoft.com/office/drawing/2014/main" id="{32EBB12A-A9CE-446F-9462-15DAC0D0FA5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Freeform 12">
              <a:extLst>
                <a:ext uri="{FF2B5EF4-FFF2-40B4-BE49-F238E27FC236}">
                  <a16:creationId xmlns:a16="http://schemas.microsoft.com/office/drawing/2014/main" id="{85925599-F99B-48E5-A384-76136C0818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C1A9F5A2-0F75-4E6B-9272-C5E04CE3C4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653087" y="1380068"/>
            <a:ext cx="6393138" cy="2616199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Trends in Earthquake Activity (1900-2025) in the Conterminous U.S: </a:t>
            </a:r>
            <a:br>
              <a:rPr lang="en-US" sz="29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24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 Analysis of Temporal and Spatial Patterns</a:t>
            </a:r>
            <a:br>
              <a:rPr lang="en-US" sz="29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US" sz="29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6CD5E76-831C-4A00-A737-6A8FBAFE2A5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36254" y="3996267"/>
            <a:ext cx="5166768" cy="1388534"/>
          </a:xfrm>
        </p:spPr>
        <p:txBody>
          <a:bodyPr>
            <a:normAutofit/>
          </a:bodyPr>
          <a:lstStyle/>
          <a:p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Presented by Muhammad Sualeh Alam</a:t>
            </a:r>
          </a:p>
          <a:p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Student ID: tz3502</a:t>
            </a:r>
          </a:p>
          <a:p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Course: STAT 651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951EFAA-EB82-5292-02AD-A3C954C490E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540" r="23540"/>
          <a:stretch/>
        </p:blipFill>
        <p:spPr>
          <a:xfrm>
            <a:off x="20" y="10"/>
            <a:ext cx="5448280" cy="6857990"/>
          </a:xfrm>
          <a:custGeom>
            <a:avLst/>
            <a:gdLst/>
            <a:ahLst/>
            <a:cxnLst/>
            <a:rect l="l" t="t" r="r" b="b"/>
            <a:pathLst>
              <a:path w="5448300" h="6858000">
                <a:moveTo>
                  <a:pt x="0" y="0"/>
                </a:moveTo>
                <a:lnTo>
                  <a:pt x="3513666" y="0"/>
                </a:lnTo>
                <a:lnTo>
                  <a:pt x="2861733" y="2548466"/>
                </a:lnTo>
                <a:lnTo>
                  <a:pt x="5448300" y="6853767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ln w="38100">
            <a:noFill/>
          </a:ln>
          <a:effectLst/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7478475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7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A49165-8638-4A4E-BFE9-BC31E6FC4A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5129" y="241018"/>
            <a:ext cx="9404723" cy="1400530"/>
          </a:xfrm>
        </p:spPr>
        <p:txBody>
          <a:bodyPr/>
          <a:lstStyle/>
          <a:p>
            <a:r>
              <a:rPr lang="en-US" b="1" dirty="0"/>
              <a:t>Data Description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DFDD2B-CB58-401A-BD84-4C750EE811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40012" y="1987031"/>
            <a:ext cx="9551988" cy="5506278"/>
          </a:xfrm>
        </p:spPr>
        <p:txBody>
          <a:bodyPr>
            <a:normAutofit/>
          </a:bodyPr>
          <a:lstStyle/>
          <a:p>
            <a:r>
              <a:rPr lang="en-US" sz="1800" b="1" dirty="0"/>
              <a:t>time</a:t>
            </a:r>
            <a:r>
              <a:rPr lang="en-US" sz="1800" dirty="0"/>
              <a:t>: Timestamp of the earthquake event in </a:t>
            </a:r>
            <a:r>
              <a:rPr lang="en-US" sz="1800" b="1" dirty="0"/>
              <a:t>ISO 8601</a:t>
            </a:r>
            <a:r>
              <a:rPr lang="en-US" sz="1800" dirty="0"/>
              <a:t> format </a:t>
            </a:r>
          </a:p>
          <a:p>
            <a:r>
              <a:rPr lang="en-US" sz="1800" b="1" dirty="0"/>
              <a:t>latitude</a:t>
            </a:r>
            <a:r>
              <a:rPr lang="en-US" sz="1800" dirty="0"/>
              <a:t>: Latitude of the earthquake’s epicenter in </a:t>
            </a:r>
            <a:r>
              <a:rPr lang="en-US" sz="1800" b="1" dirty="0"/>
              <a:t>decimal degrees</a:t>
            </a:r>
            <a:r>
              <a:rPr lang="en-US" sz="1800" dirty="0"/>
              <a:t>.</a:t>
            </a:r>
          </a:p>
          <a:p>
            <a:r>
              <a:rPr lang="en-US" sz="1800" b="1" dirty="0"/>
              <a:t>longitude</a:t>
            </a:r>
            <a:r>
              <a:rPr lang="en-US" sz="1800" dirty="0"/>
              <a:t>: Longitude of the earthquake’s epicenter in </a:t>
            </a:r>
            <a:r>
              <a:rPr lang="en-US" sz="1800" b="1" dirty="0"/>
              <a:t>decimal degrees</a:t>
            </a:r>
            <a:r>
              <a:rPr lang="en-US" sz="1800" dirty="0"/>
              <a:t>.</a:t>
            </a:r>
          </a:p>
          <a:p>
            <a:r>
              <a:rPr lang="en-US" sz="1800" b="1" dirty="0"/>
              <a:t>depth: </a:t>
            </a:r>
            <a:r>
              <a:rPr lang="en-US" sz="1800" dirty="0"/>
              <a:t>The depth of the earthquake's epicenter below the Earth’s surface, measured in </a:t>
            </a:r>
            <a:r>
              <a:rPr lang="en-US" sz="1800" b="1" dirty="0"/>
              <a:t>kilometers.</a:t>
            </a:r>
          </a:p>
          <a:p>
            <a:r>
              <a:rPr lang="en-US" sz="1800" b="1" dirty="0"/>
              <a:t>mag: </a:t>
            </a:r>
            <a:r>
              <a:rPr lang="en-US" sz="1800" dirty="0"/>
              <a:t>The magnitude of the earthquake, measured on the Richter scale or other magnitude scales like </a:t>
            </a:r>
            <a:r>
              <a:rPr lang="en-US" sz="1800" b="1" dirty="0"/>
              <a:t>mb</a:t>
            </a:r>
            <a:r>
              <a:rPr lang="en-US" sz="1800" dirty="0"/>
              <a:t> (body-wave magnitude).</a:t>
            </a:r>
          </a:p>
          <a:p>
            <a:r>
              <a:rPr lang="en-US" sz="1800" b="1" dirty="0"/>
              <a:t>place:</a:t>
            </a:r>
            <a:r>
              <a:rPr lang="en-US" sz="1800" dirty="0"/>
              <a:t> It is the location of the earthquake, usually including the distance and direction from a known city or landmark.</a:t>
            </a:r>
          </a:p>
          <a:p>
            <a:r>
              <a:rPr lang="en-US" sz="1800" b="1" dirty="0"/>
              <a:t>type:</a:t>
            </a:r>
            <a:r>
              <a:rPr lang="en-US" sz="1800" dirty="0"/>
              <a:t> This is whether the event was a main earthquake, aftershock, or another type of seismic event.</a:t>
            </a:r>
          </a:p>
          <a:p>
            <a:pPr marL="0" indent="0">
              <a:buNone/>
            </a:pPr>
            <a:endParaRPr lang="en-US" sz="1800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9055DE56-9D3C-4B61-4696-9ED56F071F55}"/>
              </a:ext>
            </a:extLst>
          </p:cNvPr>
          <p:cNvSpPr txBox="1">
            <a:spLocks/>
          </p:cNvSpPr>
          <p:nvPr/>
        </p:nvSpPr>
        <p:spPr>
          <a:xfrm>
            <a:off x="2034640" y="1263065"/>
            <a:ext cx="9404723" cy="1172022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 lnSpcReduction="100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000" kern="1200" cap="none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original dataset had </a:t>
            </a:r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22 columns 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and </a:t>
            </a:r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3439 rows 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of earthquakes with </a:t>
            </a:r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Magnitude &gt; 4.5 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 conterminous US States, after cleaning the data, we are focusing now on only 7 columns.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dataset has earthquakes from year </a:t>
            </a:r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1900 to 2025 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capturing all earthquakes with </a:t>
            </a:r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 &gt; 4.5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Source of the dataset: 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2"/>
              </a:rPr>
              <a:t>USGS</a:t>
            </a:r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262897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E380CC-3B40-7A5B-A4BB-47EB3C328F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DF8D5C46-63E5-40C5-A208-4B2189FA10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13" name="Freeform 6">
              <a:extLst>
                <a:ext uri="{FF2B5EF4-FFF2-40B4-BE49-F238E27FC236}">
                  <a16:creationId xmlns:a16="http://schemas.microsoft.com/office/drawing/2014/main" id="{4A42B4ED-376E-46C3-8BB2-EAFC660D11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Freeform 7">
              <a:extLst>
                <a:ext uri="{FF2B5EF4-FFF2-40B4-BE49-F238E27FC236}">
                  <a16:creationId xmlns:a16="http://schemas.microsoft.com/office/drawing/2014/main" id="{94E0795D-42C3-4DFD-AEB0-286A1CF143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Freeform 8">
              <a:extLst>
                <a:ext uri="{FF2B5EF4-FFF2-40B4-BE49-F238E27FC236}">
                  <a16:creationId xmlns:a16="http://schemas.microsoft.com/office/drawing/2014/main" id="{A2ACED1B-99D0-4C14-B63B-963889DCDB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Freeform 9">
              <a:extLst>
                <a:ext uri="{FF2B5EF4-FFF2-40B4-BE49-F238E27FC236}">
                  <a16:creationId xmlns:a16="http://schemas.microsoft.com/office/drawing/2014/main" id="{5C5D324F-33A3-4C66-BFE5-1742CA4E594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Freeform 10">
              <a:extLst>
                <a:ext uri="{FF2B5EF4-FFF2-40B4-BE49-F238E27FC236}">
                  <a16:creationId xmlns:a16="http://schemas.microsoft.com/office/drawing/2014/main" id="{EC572FC8-A465-4BA3-BA4D-2EC538C042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Freeform 11">
              <a:extLst>
                <a:ext uri="{FF2B5EF4-FFF2-40B4-BE49-F238E27FC236}">
                  <a16:creationId xmlns:a16="http://schemas.microsoft.com/office/drawing/2014/main" id="{66CC2B15-8E3B-4CFF-99E4-5B4E4D8CF9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2D23CB43-B3FB-D0A2-61B0-AED075D87A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3062" y="1066800"/>
            <a:ext cx="4865803" cy="175259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How has the spatial distribution of moderate earthquakes evolved across the U.S. from 1900 to 2025?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5462AFC-5B53-5D96-001A-F5AB915D7E9B}"/>
              </a:ext>
            </a:extLst>
          </p:cNvPr>
          <p:cNvSpPr txBox="1"/>
          <p:nvPr/>
        </p:nvSpPr>
        <p:spPr>
          <a:xfrm>
            <a:off x="1133062" y="2666999"/>
            <a:ext cx="4630178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</a:pPr>
            <a:r>
              <a:rPr lang="en-US" b="1" dirty="0"/>
              <a:t>Observation:</a:t>
            </a:r>
          </a:p>
          <a:p>
            <a:pPr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</a:pPr>
            <a:r>
              <a:rPr lang="en-US" dirty="0"/>
              <a:t>The graph shows the spatial distribution of earthquakes across the U.S. on the map. Certain regions are more frequently affected by these earthquakes, such as </a:t>
            </a:r>
            <a:r>
              <a:rPr lang="en-US" b="1" dirty="0"/>
              <a:t>California</a:t>
            </a:r>
            <a:r>
              <a:rPr lang="en-US" dirty="0"/>
              <a:t> and </a:t>
            </a:r>
            <a:r>
              <a:rPr lang="en-US" b="1" dirty="0"/>
              <a:t>Mexico </a:t>
            </a:r>
            <a:r>
              <a:rPr lang="en-US" dirty="0"/>
              <a:t>(especially the West Coast area).</a:t>
            </a:r>
            <a:endParaRPr lang="en-US" b="1" dirty="0"/>
          </a:p>
        </p:txBody>
      </p:sp>
      <p:sp>
        <p:nvSpPr>
          <p:cNvPr id="20" name="Rounded Rectangle 16">
            <a:extLst>
              <a:ext uri="{FF2B5EF4-FFF2-40B4-BE49-F238E27FC236}">
                <a16:creationId xmlns:a16="http://schemas.microsoft.com/office/drawing/2014/main" id="{63A60C88-7443-4827-9241-5019758CB4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96000" y="648931"/>
            <a:ext cx="5407023" cy="5231964"/>
          </a:xfrm>
          <a:prstGeom prst="roundRect">
            <a:avLst>
              <a:gd name="adj" fmla="val 4834"/>
            </a:avLst>
          </a:prstGeom>
          <a:solidFill>
            <a:schemeClr val="bg1"/>
          </a:solidFill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 map of the united states&#10;&#10;AI-generated content may be incorrect.">
            <a:extLst>
              <a:ext uri="{FF2B5EF4-FFF2-40B4-BE49-F238E27FC236}">
                <a16:creationId xmlns:a16="http://schemas.microsoft.com/office/drawing/2014/main" id="{9E218457-9BA2-71BB-02B3-DFD80E1F8C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4407" y="1879663"/>
            <a:ext cx="4744154" cy="28109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73578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DF8D5C46-63E5-40C5-A208-4B2189FA10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14" name="Freeform 6">
              <a:extLst>
                <a:ext uri="{FF2B5EF4-FFF2-40B4-BE49-F238E27FC236}">
                  <a16:creationId xmlns:a16="http://schemas.microsoft.com/office/drawing/2014/main" id="{4A42B4ED-376E-46C3-8BB2-EAFC660D11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Freeform 7">
              <a:extLst>
                <a:ext uri="{FF2B5EF4-FFF2-40B4-BE49-F238E27FC236}">
                  <a16:creationId xmlns:a16="http://schemas.microsoft.com/office/drawing/2014/main" id="{94E0795D-42C3-4DFD-AEB0-286A1CF143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Freeform 8">
              <a:extLst>
                <a:ext uri="{FF2B5EF4-FFF2-40B4-BE49-F238E27FC236}">
                  <a16:creationId xmlns:a16="http://schemas.microsoft.com/office/drawing/2014/main" id="{A2ACED1B-99D0-4C14-B63B-963889DCDB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Freeform 9">
              <a:extLst>
                <a:ext uri="{FF2B5EF4-FFF2-40B4-BE49-F238E27FC236}">
                  <a16:creationId xmlns:a16="http://schemas.microsoft.com/office/drawing/2014/main" id="{5C5D324F-33A3-4C66-BFE5-1742CA4E594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Freeform 10">
              <a:extLst>
                <a:ext uri="{FF2B5EF4-FFF2-40B4-BE49-F238E27FC236}">
                  <a16:creationId xmlns:a16="http://schemas.microsoft.com/office/drawing/2014/main" id="{EC572FC8-A465-4BA3-BA4D-2EC538C042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Freeform 11">
              <a:extLst>
                <a:ext uri="{FF2B5EF4-FFF2-40B4-BE49-F238E27FC236}">
                  <a16:creationId xmlns:a16="http://schemas.microsoft.com/office/drawing/2014/main" id="{66CC2B15-8E3B-4CFF-99E4-5B4E4D8CF9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1347854-237F-4A2A-AE7D-DBDC5EC911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8412" y="1229544"/>
            <a:ext cx="4599825" cy="175259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How has the frequency of 5.5 Magnitude earthquakes in the U.S. changed over time from the 1900s to the 2020s?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617918D-91F8-4C2E-AAFA-B06AEF0B34EC}"/>
              </a:ext>
            </a:extLst>
          </p:cNvPr>
          <p:cNvSpPr txBox="1"/>
          <p:nvPr/>
        </p:nvSpPr>
        <p:spPr>
          <a:xfrm>
            <a:off x="1484310" y="2666999"/>
            <a:ext cx="4278929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</a:pPr>
            <a:r>
              <a:rPr lang="en-US" b="1" dirty="0"/>
              <a:t>Observation:</a:t>
            </a:r>
          </a:p>
          <a:p>
            <a:pPr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</a:pPr>
            <a:r>
              <a:rPr lang="en-US" dirty="0"/>
              <a:t>The frequency of earthquakes in the U.S. shows an overall </a:t>
            </a:r>
            <a:r>
              <a:rPr lang="en-US" b="1" dirty="0"/>
              <a:t>increase</a:t>
            </a:r>
            <a:r>
              <a:rPr lang="en-US" dirty="0"/>
              <a:t>, but this increase is likely due to a combination of external and environmental factors.</a:t>
            </a:r>
            <a:endParaRPr lang="en-US" b="1" dirty="0"/>
          </a:p>
        </p:txBody>
      </p:sp>
      <p:sp>
        <p:nvSpPr>
          <p:cNvPr id="21" name="Rounded Rectangle 16">
            <a:extLst>
              <a:ext uri="{FF2B5EF4-FFF2-40B4-BE49-F238E27FC236}">
                <a16:creationId xmlns:a16="http://schemas.microsoft.com/office/drawing/2014/main" id="{63A60C88-7443-4827-9241-5019758CB4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96000" y="648931"/>
            <a:ext cx="5407023" cy="5231964"/>
          </a:xfrm>
          <a:prstGeom prst="roundRect">
            <a:avLst>
              <a:gd name="adj" fmla="val 4834"/>
            </a:avLst>
          </a:prstGeom>
          <a:solidFill>
            <a:schemeClr val="bg1"/>
          </a:solidFill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A graph showing the growth of the year&#10;&#10;AI-generated content may be incorrect.">
            <a:extLst>
              <a:ext uri="{FF2B5EF4-FFF2-40B4-BE49-F238E27FC236}">
                <a16:creationId xmlns:a16="http://schemas.microsoft.com/office/drawing/2014/main" id="{0398A39F-4DBF-BFC2-6CF0-58C21CC648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00998" y="1872292"/>
            <a:ext cx="5302026" cy="27852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60555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67E779-FC1A-4B62-880D-8E6D7994B9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57400" y="-13875"/>
            <a:ext cx="8599721" cy="1400530"/>
          </a:xfrm>
        </p:spPr>
        <p:txBody>
          <a:bodyPr>
            <a:normAutofit/>
          </a:bodyPr>
          <a:lstStyle/>
          <a:p>
            <a:r>
              <a:rPr lang="en-US" sz="2400" b="1" dirty="0"/>
              <a:t>Which day of the week sees the most earthquake activity?</a:t>
            </a:r>
          </a:p>
        </p:txBody>
      </p:sp>
      <p:pic>
        <p:nvPicPr>
          <p:cNvPr id="4" name="Picture 3" descr="A graph of a number of blue bars&#10;&#10;AI-generated content may be incorrect.">
            <a:extLst>
              <a:ext uri="{FF2B5EF4-FFF2-40B4-BE49-F238E27FC236}">
                <a16:creationId xmlns:a16="http://schemas.microsoft.com/office/drawing/2014/main" id="{FFE6078F-5443-9F1C-EE47-19C7266397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06418" y="1237701"/>
            <a:ext cx="5870646" cy="364723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D40F389B-780B-F234-FF15-BABBE22F756D}"/>
              </a:ext>
            </a:extLst>
          </p:cNvPr>
          <p:cNvSpPr txBox="1"/>
          <p:nvPr/>
        </p:nvSpPr>
        <p:spPr>
          <a:xfrm>
            <a:off x="3183901" y="4884936"/>
            <a:ext cx="8599721" cy="21585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</a:pPr>
            <a:r>
              <a:rPr lang="en-US" b="1" dirty="0"/>
              <a:t>Observation:</a:t>
            </a:r>
          </a:p>
          <a:p>
            <a:r>
              <a:rPr lang="en-US" dirty="0"/>
              <a:t>Based on the </a:t>
            </a:r>
            <a:r>
              <a:rPr lang="en-US" dirty="0" err="1"/>
              <a:t>bargraph</a:t>
            </a:r>
            <a:r>
              <a:rPr lang="en-US" dirty="0"/>
              <a:t>, </a:t>
            </a:r>
            <a:r>
              <a:rPr lang="en-US" b="1" dirty="0"/>
              <a:t>Thursday</a:t>
            </a:r>
            <a:r>
              <a:rPr lang="en-US" dirty="0"/>
              <a:t> is the day with the </a:t>
            </a:r>
            <a:r>
              <a:rPr lang="en-US" b="1" dirty="0"/>
              <a:t>highest earthquake activity</a:t>
            </a:r>
            <a:r>
              <a:rPr lang="en-US" dirty="0"/>
              <a:t>, with </a:t>
            </a:r>
            <a:r>
              <a:rPr lang="en-US" b="1" dirty="0"/>
              <a:t>549 earthquakes</a:t>
            </a:r>
            <a:r>
              <a:rPr lang="en-US" dirty="0"/>
              <a:t> recorded. It is consistently the most seismically active day of the week, followed closely by Saturday and Wednesday. </a:t>
            </a:r>
            <a:r>
              <a:rPr lang="en-US" b="1" dirty="0"/>
              <a:t>Sunday</a:t>
            </a:r>
            <a:r>
              <a:rPr lang="en-US" dirty="0"/>
              <a:t> tends to have the lowest earthquake counts, suggesting that seismic activity is slightly lower on Sundays.</a:t>
            </a:r>
          </a:p>
        </p:txBody>
      </p:sp>
    </p:spTree>
    <p:extLst>
      <p:ext uri="{BB962C8B-B14F-4D97-AF65-F5344CB8AC3E}">
        <p14:creationId xmlns:p14="http://schemas.microsoft.com/office/powerpoint/2010/main" val="574018838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1.2|1.6"/>
</p:tagLst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CDD0D1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4F7A876A-7598-49CA-AFC8-8EDA2551E4A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TM03457496[[fn=Parallax]]</Template>
  <TotalTime>1210</TotalTime>
  <Words>402</Words>
  <Application>Microsoft Office PowerPoint</Application>
  <PresentationFormat>Widescreen</PresentationFormat>
  <Paragraphs>24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Corbel</vt:lpstr>
      <vt:lpstr>Parallax</vt:lpstr>
      <vt:lpstr>Trends in Earthquake Activity (1900-2025) in the Conterminous U.S:  An Analysis of Temporal and Spatial Patterns </vt:lpstr>
      <vt:lpstr>Data Description</vt:lpstr>
      <vt:lpstr>How has the spatial distribution of moderate earthquakes evolved across the U.S. from 1900 to 2025?</vt:lpstr>
      <vt:lpstr>How has the frequency of 5.5 Magnitude earthquakes in the U.S. changed over time from the 1900s to the 2020s?</vt:lpstr>
      <vt:lpstr>Which day of the week sees the most earthquake activity?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ANOVA Analysis of ROAS Across Match Types &amp; Campaign Types</dc:title>
  <dc:creator>STSC</dc:creator>
  <cp:lastModifiedBy>Sualeh Alam</cp:lastModifiedBy>
  <cp:revision>25</cp:revision>
  <dcterms:created xsi:type="dcterms:W3CDTF">2025-05-07T22:34:14Z</dcterms:created>
  <dcterms:modified xsi:type="dcterms:W3CDTF">2025-12-08T02:42:21Z</dcterms:modified>
</cp:coreProperties>
</file>